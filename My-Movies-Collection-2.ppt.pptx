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21D5-4603-3F65-DD78-257E8891E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35131-63DA-A7E7-0DD7-F2226E7163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86C6A-ADF7-4D76-86CD-A5599075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F5531-2FED-2240-73F7-C78A053F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12AB2-DAA5-DEFD-09FD-19328202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8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2A3E-89E8-5279-F2DE-8E8CBBBC7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41978-DB72-4E7A-520A-6C260D95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BEB6-804E-2BB8-327D-AB436534A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56025-8E17-E538-B1EB-6BE9AE127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2395F-EF33-2D5C-3EDB-567A04CB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83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2E09-5AC8-7048-18DB-01F11B72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8CF27-8A88-15FA-3CC8-862BDE658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3A56-CDFD-BC2E-FEA0-778DFDB4A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DD43-7DF6-B653-9C17-0507A28C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DF3D-4178-2B4A-9A74-705BF7A6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0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0C769-AB71-B8E9-F2AF-CADA3603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F05B4-0B45-4B0D-A829-DFC5917D5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50AA9-02B8-03A4-2BB0-F7740B5F3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207DA-8213-48FD-F6E2-32FAEE1B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4327D-AB31-3E06-F6BD-87CBD616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65C46-48F2-5B3E-D667-A5A6C48D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8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BD70F-15B2-D98D-3C1A-0A99387A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22D5D-75AC-394D-0108-1E016B375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46381-FFBF-95B2-8935-866A87644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CC878-68BA-225C-51EC-9DA400CBD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48B54-2228-74F5-1678-0131A8F6E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03354C-4041-24DA-DBBF-47A86803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161C9-ACD3-122A-9693-F69B62B5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33189-8E47-1AE1-7654-65EE2ADA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626E3-D6A4-E569-983A-B7C2B401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E35EE-D5B5-29DF-A3D7-925DAF39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5B257-1BE9-2F02-95DB-3EEE7730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0205D-3A18-EFAB-CCAA-0291FD42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67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7D2CE3-C361-4919-A586-F74251AF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4E124E-4A89-2BB1-A412-50E89533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C4153-3F6C-9981-474D-5A6E5B2A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3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BCC-01EB-5DE7-DD31-868DAA957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05EBC-E1B0-58A2-A5C7-48E1932EA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2AA428-6034-BA94-6334-BBAED7170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BC745-F4F1-321B-7F7E-8FA3FD11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7D68A-46D5-C559-99B0-9C58BECC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3E8E2-E836-C49F-4B36-457E14A0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6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0F83-C83F-EB87-9B90-5950D87C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9F430-21CA-F1CC-663A-9A074A30AF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20FF4-4D51-2043-F4F4-D64CD6DCC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2AFCB-2A58-0D3F-69BA-D0F50758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15752-926E-8B3F-C79A-F99CFBB3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5690-2843-B2D4-F84C-FE0E8B5D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68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48C79-57F4-E885-78C1-AC32BDC9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88095-E551-A1DC-2D57-49F712C1A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03431-08CF-400B-19CD-4B906692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F6388-7EA8-CCDE-B14E-87E2D9C7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137C3-EA7D-D938-BB78-E80E97D84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2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0A86ED-1EE8-BE24-0C9B-4CBB412224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BDA69-7B38-D7FB-76B5-0DCF80DBF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7AF66-8C83-9B04-F9D4-EDD1E9418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46E8D-D825-AD59-2011-F429A33A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A4FD-DD67-174B-4B1D-B8A765A4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1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246B7-7E01-07FA-4817-7D161124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BE794-AF63-EB0E-7599-FDBA03B8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B431-3065-301F-39E8-86804CF8A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4A2BB-0803-492E-8A3D-D94B784877B7}" type="datetimeFigureOut">
              <a:rPr lang="en-US" smtClean="0"/>
              <a:t>23-Mar-26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72651-17E3-711C-338D-208A75F75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AA383-074A-19E8-74F1-2D1715004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AB120C-8626-4257-8B67-A50740FD9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2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2449B-E656-A65E-D855-DB187C785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646" y="2053653"/>
            <a:ext cx="10395095" cy="1199213"/>
          </a:xfrm>
        </p:spPr>
        <p:txBody>
          <a:bodyPr anchor="ctr">
            <a:normAutofit fontScale="90000"/>
          </a:bodyPr>
          <a:lstStyle/>
          <a:p>
            <a:r>
              <a:rPr lang="en-US" sz="6000" b="1" dirty="0"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🎬 My Movies Collection – </a:t>
            </a:r>
            <a:r>
              <a:rPr lang="en-US" sz="6000" b="1" dirty="0">
                <a:solidFill>
                  <a:schemeClr val="accent5">
                    <a:lumMod val="7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MMC </a:t>
            </a:r>
            <a:endParaRPr lang="en-US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54944-D33A-7217-0C7A-16AB4C35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97" y="4567743"/>
            <a:ext cx="2357401" cy="5738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Dhinakaran Y</a:t>
            </a:r>
          </a:p>
        </p:txBody>
      </p:sp>
    </p:spTree>
    <p:extLst>
      <p:ext uri="{BB962C8B-B14F-4D97-AF65-F5344CB8AC3E}">
        <p14:creationId xmlns:p14="http://schemas.microsoft.com/office/powerpoint/2010/main" val="257230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C99D1AB-0C2D-4DD9-B88A-B6369D904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19B11-B201-B8E6-D8F2-1063E3F60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525" y="1402401"/>
            <a:ext cx="4810082" cy="4305519"/>
          </a:xfrm>
        </p:spPr>
        <p:txBody>
          <a:bodyPr anchor="ctr">
            <a:normAutofit/>
          </a:bodyPr>
          <a:lstStyle/>
          <a:p>
            <a:r>
              <a:rPr lang="en-US" sz="5400" dirty="0"/>
              <a:t>What is MMC?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12B12E-95CC-FEBC-392D-8F4C29EC77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933731"/>
            <a:ext cx="5224272" cy="27253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Personal digital library for storing your movie watchlist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 categorization for movies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Easy to add, organize, and share your movies digitally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6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D1395-D756-9770-B80E-450D7C8FF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449" y="1159604"/>
            <a:ext cx="5105398" cy="864068"/>
          </a:xfrm>
        </p:spPr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Graphic 15" descr="Laptop">
            <a:extLst>
              <a:ext uri="{FF2B5EF4-FFF2-40B4-BE49-F238E27FC236}">
                <a16:creationId xmlns:a16="http://schemas.microsoft.com/office/drawing/2014/main" id="{E22CCBBA-56DD-E009-E03E-B1940FE671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882DD88-F3B6-BC65-DE7F-CD13471425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78380" y="2047552"/>
            <a:ext cx="5105398" cy="36797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Searching manually on Google and taking screenshots is inefficient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Notes apps require typing or pasting movie links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 specialized tool for storing and sharing watchlists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Movie Wallet solves this with a dedicated digital library </a:t>
            </a:r>
          </a:p>
        </p:txBody>
      </p:sp>
    </p:spTree>
    <p:extLst>
      <p:ext uri="{BB962C8B-B14F-4D97-AF65-F5344CB8AC3E}">
        <p14:creationId xmlns:p14="http://schemas.microsoft.com/office/powerpoint/2010/main" val="201777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C5FAD-83FB-C3DE-8328-22B38FDF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617" y="1239927"/>
            <a:ext cx="4745737" cy="4680583"/>
          </a:xfrm>
        </p:spPr>
        <p:txBody>
          <a:bodyPr anchor="ctr">
            <a:normAutofit/>
          </a:bodyPr>
          <a:lstStyle/>
          <a:p>
            <a:r>
              <a:rPr lang="en-US" sz="5200" b="1" dirty="0"/>
              <a:t> Where we get the data</a:t>
            </a:r>
            <a:endParaRPr lang="en-US" sz="5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D9C01-06D1-3A62-54F1-486885907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923" y="1239927"/>
            <a:ext cx="4971824" cy="468058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The Movie data are all get from the TMDB API.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Roles</a:t>
            </a:r>
          </a:p>
          <a:p>
            <a:pPr marL="0" indent="0">
              <a:buNone/>
            </a:pPr>
            <a:r>
              <a:rPr lang="en-US" sz="2000" b="1" dirty="0"/>
              <a:t>👥 Guest User</a:t>
            </a:r>
          </a:p>
          <a:p>
            <a:r>
              <a:rPr lang="en-US" sz="2000" dirty="0"/>
              <a:t>Guest user can only see and filter the </a:t>
            </a:r>
            <a:r>
              <a:rPr lang="en-US" sz="2000" dirty="0" err="1"/>
              <a:t>movies.Registered</a:t>
            </a:r>
            <a:r>
              <a:rPr lang="en-US" sz="2000" dirty="0"/>
              <a:t> users can only add their </a:t>
            </a:r>
            <a:r>
              <a:rPr lang="en-US" sz="2000" dirty="0" err="1"/>
              <a:t>wishList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👤 Login User</a:t>
            </a:r>
          </a:p>
          <a:p>
            <a:r>
              <a:rPr lang="en-US" sz="2000" dirty="0"/>
              <a:t>Login users can see, add their wish list movies and share their playlist.</a:t>
            </a:r>
          </a:p>
        </p:txBody>
      </p:sp>
    </p:spTree>
    <p:extLst>
      <p:ext uri="{BB962C8B-B14F-4D97-AF65-F5344CB8AC3E}">
        <p14:creationId xmlns:p14="http://schemas.microsoft.com/office/powerpoint/2010/main" val="41562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CF7176-484C-39B1-C9C8-63A96010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Features &amp; Pages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E4BD92B-A59D-D82F-B255-F42D8D52A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Home Page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Dynamic Movie Cards: Displays posters, titles, and ratings fetched directly from TMDB.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Features had Search Bar , Sort by Language, Top Rated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Profile Page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You can see your details of profile and edit.</a:t>
            </a:r>
          </a:p>
          <a:p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Shows the added </a:t>
            </a:r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 by categories.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The saved watch list movies are stored in data base, You can add , edit and delete</a:t>
            </a:r>
          </a:p>
          <a:p>
            <a:r>
              <a:rPr lang="en-US" sz="1800" dirty="0">
                <a:solidFill>
                  <a:schemeClr val="tx2"/>
                </a:solidFill>
              </a:rPr>
              <a:t>share: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you can share your </a:t>
            </a:r>
            <a:r>
              <a:rPr lang="en-US" sz="1800" dirty="0" err="1">
                <a:solidFill>
                  <a:schemeClr val="tx2"/>
                </a:solidFill>
              </a:rPr>
              <a:t>wishlist</a:t>
            </a:r>
            <a:r>
              <a:rPr lang="en-US" sz="1800" dirty="0">
                <a:solidFill>
                  <a:schemeClr val="tx2"/>
                </a:solidFill>
              </a:rPr>
              <a:t> movies to your friends.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4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89C5E17-24D0-4696-A3C5-A2261FB45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29B58F-2358-44CC-ACE5-EF1BD3C6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1730A-A8FA-2A28-4B33-7E774E01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Tech Stacks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9DA5303-A1AF-4830-806C-51FCD9618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97348" y="5285"/>
            <a:ext cx="7294653" cy="6858000"/>
            <a:chOff x="4897348" y="-5799"/>
            <a:chExt cx="7294653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FAAA8C8-4EB7-45F1-BF24-3EF0F4DC4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97348" y="-5798"/>
              <a:ext cx="7294652" cy="6857999"/>
            </a:xfrm>
            <a:custGeom>
              <a:avLst/>
              <a:gdLst>
                <a:gd name="connsiteX0" fmla="*/ 7294652 w 7294652"/>
                <a:gd name="connsiteY0" fmla="*/ 6063030 h 6857999"/>
                <a:gd name="connsiteX1" fmla="*/ 7294652 w 7294652"/>
                <a:gd name="connsiteY1" fmla="*/ 6857999 h 6857999"/>
                <a:gd name="connsiteX2" fmla="*/ 6248575 w 7294652"/>
                <a:gd name="connsiteY2" fmla="*/ 6857999 h 6857999"/>
                <a:gd name="connsiteX3" fmla="*/ 6477898 w 7294652"/>
                <a:gd name="connsiteY3" fmla="*/ 6700973 h 6857999"/>
                <a:gd name="connsiteX4" fmla="*/ 6647884 w 7294652"/>
                <a:gd name="connsiteY4" fmla="*/ 6572752 h 6857999"/>
                <a:gd name="connsiteX5" fmla="*/ 6817698 w 7294652"/>
                <a:gd name="connsiteY5" fmla="*/ 6440235 h 6857999"/>
                <a:gd name="connsiteX6" fmla="*/ 7161451 w 7294652"/>
                <a:gd name="connsiteY6" fmla="*/ 6165232 h 6857999"/>
                <a:gd name="connsiteX7" fmla="*/ 1673436 w 7294652"/>
                <a:gd name="connsiteY7" fmla="*/ 0 h 6857999"/>
                <a:gd name="connsiteX8" fmla="*/ 2394951 w 7294652"/>
                <a:gd name="connsiteY8" fmla="*/ 0 h 6857999"/>
                <a:gd name="connsiteX9" fmla="*/ 2244659 w 7294652"/>
                <a:gd name="connsiteY9" fmla="*/ 100763 h 6857999"/>
                <a:gd name="connsiteX10" fmla="*/ 1743903 w 7294652"/>
                <a:gd name="connsiteY10" fmla="*/ 498975 h 6857999"/>
                <a:gd name="connsiteX11" fmla="*/ 1163821 w 7294652"/>
                <a:gd name="connsiteY11" fmla="*/ 1121514 h 6857999"/>
                <a:gd name="connsiteX12" fmla="*/ 704911 w 7294652"/>
                <a:gd name="connsiteY12" fmla="*/ 1837036 h 6857999"/>
                <a:gd name="connsiteX13" fmla="*/ 393472 w 7294652"/>
                <a:gd name="connsiteY13" fmla="*/ 2627669 h 6857999"/>
                <a:gd name="connsiteX14" fmla="*/ 280032 w 7294652"/>
                <a:gd name="connsiteY14" fmla="*/ 3472097 h 6857999"/>
                <a:gd name="connsiteX15" fmla="*/ 327813 w 7294652"/>
                <a:gd name="connsiteY15" fmla="*/ 3884602 h 6857999"/>
                <a:gd name="connsiteX16" fmla="*/ 469096 w 7294652"/>
                <a:gd name="connsiteY16" fmla="*/ 4270809 h 6857999"/>
                <a:gd name="connsiteX17" fmla="*/ 567581 w 7294652"/>
                <a:gd name="connsiteY17" fmla="*/ 4452482 h 6857999"/>
                <a:gd name="connsiteX18" fmla="*/ 680677 w 7294652"/>
                <a:gd name="connsiteY18" fmla="*/ 4628484 h 6857999"/>
                <a:gd name="connsiteX19" fmla="*/ 941928 w 7294652"/>
                <a:gd name="connsiteY19" fmla="*/ 4968628 h 6857999"/>
                <a:gd name="connsiteX20" fmla="*/ 1224665 w 7294652"/>
                <a:gd name="connsiteY20" fmla="*/ 5311349 h 6857999"/>
                <a:gd name="connsiteX21" fmla="*/ 1365259 w 7294652"/>
                <a:gd name="connsiteY21" fmla="*/ 5490273 h 6857999"/>
                <a:gd name="connsiteX22" fmla="*/ 1432808 w 7294652"/>
                <a:gd name="connsiteY22" fmla="*/ 5577931 h 6857999"/>
                <a:gd name="connsiteX23" fmla="*/ 1498980 w 7294652"/>
                <a:gd name="connsiteY23" fmla="*/ 5662148 h 6857999"/>
                <a:gd name="connsiteX24" fmla="*/ 2067548 w 7294652"/>
                <a:gd name="connsiteY24" fmla="*/ 6283312 h 6857999"/>
                <a:gd name="connsiteX25" fmla="*/ 2369879 w 7294652"/>
                <a:gd name="connsiteY25" fmla="*/ 6562782 h 6857999"/>
                <a:gd name="connsiteX26" fmla="*/ 2686645 w 7294652"/>
                <a:gd name="connsiteY26" fmla="*/ 6820598 h 6857999"/>
                <a:gd name="connsiteX27" fmla="*/ 2738907 w 7294652"/>
                <a:gd name="connsiteY27" fmla="*/ 6857999 h 6857999"/>
                <a:gd name="connsiteX28" fmla="*/ 1731787 w 7294652"/>
                <a:gd name="connsiteY28" fmla="*/ 6857999 h 6857999"/>
                <a:gd name="connsiteX29" fmla="*/ 1607949 w 7294652"/>
                <a:gd name="connsiteY29" fmla="*/ 6732770 h 6857999"/>
                <a:gd name="connsiteX30" fmla="*/ 1309057 w 7294652"/>
                <a:gd name="connsiteY30" fmla="*/ 6370109 h 6857999"/>
                <a:gd name="connsiteX31" fmla="*/ 1048147 w 7294652"/>
                <a:gd name="connsiteY31" fmla="*/ 5986138 h 6857999"/>
                <a:gd name="connsiteX32" fmla="*/ 987131 w 7294652"/>
                <a:gd name="connsiteY32" fmla="*/ 5888512 h 6857999"/>
                <a:gd name="connsiteX33" fmla="*/ 928866 w 7294652"/>
                <a:gd name="connsiteY33" fmla="*/ 5793463 h 6857999"/>
                <a:gd name="connsiteX34" fmla="*/ 813708 w 7294652"/>
                <a:gd name="connsiteY34" fmla="*/ 5609556 h 6857999"/>
                <a:gd name="connsiteX35" fmla="*/ 574972 w 7294652"/>
                <a:gd name="connsiteY35" fmla="*/ 5231598 h 6857999"/>
                <a:gd name="connsiteX36" fmla="*/ 342424 w 7294652"/>
                <a:gd name="connsiteY36" fmla="*/ 4834048 h 6857999"/>
                <a:gd name="connsiteX37" fmla="*/ 237579 w 7294652"/>
                <a:gd name="connsiteY37" fmla="*/ 4623500 h 6857999"/>
                <a:gd name="connsiteX38" fmla="*/ 148373 w 7294652"/>
                <a:gd name="connsiteY38" fmla="*/ 4404356 h 6857999"/>
                <a:gd name="connsiteX39" fmla="*/ 79623 w 7294652"/>
                <a:gd name="connsiteY39" fmla="*/ 4175762 h 6857999"/>
                <a:gd name="connsiteX40" fmla="*/ 54185 w 7294652"/>
                <a:gd name="connsiteY40" fmla="*/ 4059229 h 6857999"/>
                <a:gd name="connsiteX41" fmla="*/ 43013 w 7294652"/>
                <a:gd name="connsiteY41" fmla="*/ 4000790 h 6857999"/>
                <a:gd name="connsiteX42" fmla="*/ 33734 w 7294652"/>
                <a:gd name="connsiteY42" fmla="*/ 3942180 h 6857999"/>
                <a:gd name="connsiteX43" fmla="*/ 45 w 7294652"/>
                <a:gd name="connsiteY43" fmla="*/ 3472097 h 6857999"/>
                <a:gd name="connsiteX44" fmla="*/ 95436 w 7294652"/>
                <a:gd name="connsiteY44" fmla="*/ 2557372 h 6857999"/>
                <a:gd name="connsiteX45" fmla="*/ 382126 w 7294652"/>
                <a:gd name="connsiteY45" fmla="*/ 1680799 h 6857999"/>
                <a:gd name="connsiteX46" fmla="*/ 1457043 w 7294652"/>
                <a:gd name="connsiteY46" fmla="*/ 192176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294652" h="6857999">
                  <a:moveTo>
                    <a:pt x="7294652" y="6063030"/>
                  </a:moveTo>
                  <a:lnTo>
                    <a:pt x="7294652" y="6857999"/>
                  </a:lnTo>
                  <a:lnTo>
                    <a:pt x="6248575" y="6857999"/>
                  </a:lnTo>
                  <a:lnTo>
                    <a:pt x="6477898" y="6700973"/>
                  </a:lnTo>
                  <a:cubicBezTo>
                    <a:pt x="6534790" y="6659378"/>
                    <a:pt x="6591336" y="6616237"/>
                    <a:pt x="6647884" y="6572752"/>
                  </a:cubicBezTo>
                  <a:cubicBezTo>
                    <a:pt x="6704432" y="6529268"/>
                    <a:pt x="6761151" y="6485095"/>
                    <a:pt x="6817698" y="6440235"/>
                  </a:cubicBezTo>
                  <a:lnTo>
                    <a:pt x="7161451" y="6165232"/>
                  </a:lnTo>
                  <a:close/>
                  <a:moveTo>
                    <a:pt x="1673436" y="0"/>
                  </a:moveTo>
                  <a:lnTo>
                    <a:pt x="2394951" y="0"/>
                  </a:lnTo>
                  <a:lnTo>
                    <a:pt x="2244659" y="100763"/>
                  </a:lnTo>
                  <a:cubicBezTo>
                    <a:pt x="2071051" y="224086"/>
                    <a:pt x="1903860" y="356975"/>
                    <a:pt x="1743903" y="498975"/>
                  </a:cubicBezTo>
                  <a:cubicBezTo>
                    <a:pt x="1533218" y="689638"/>
                    <a:pt x="1339146" y="897902"/>
                    <a:pt x="1163821" y="1121514"/>
                  </a:cubicBezTo>
                  <a:cubicBezTo>
                    <a:pt x="988284" y="1344764"/>
                    <a:pt x="834608" y="1584376"/>
                    <a:pt x="704911" y="1837036"/>
                  </a:cubicBezTo>
                  <a:cubicBezTo>
                    <a:pt x="573950" y="2089059"/>
                    <a:pt x="469577" y="2354041"/>
                    <a:pt x="393472" y="2627669"/>
                  </a:cubicBezTo>
                  <a:cubicBezTo>
                    <a:pt x="318269" y="2902842"/>
                    <a:pt x="280119" y="3186833"/>
                    <a:pt x="280032" y="3472097"/>
                  </a:cubicBezTo>
                  <a:cubicBezTo>
                    <a:pt x="280349" y="3610956"/>
                    <a:pt x="296380" y="3749334"/>
                    <a:pt x="327813" y="3884602"/>
                  </a:cubicBezTo>
                  <a:cubicBezTo>
                    <a:pt x="360878" y="4018046"/>
                    <a:pt x="408244" y="4147540"/>
                    <a:pt x="469096" y="4270809"/>
                  </a:cubicBezTo>
                  <a:cubicBezTo>
                    <a:pt x="499175" y="4332511"/>
                    <a:pt x="532347" y="4393012"/>
                    <a:pt x="567581" y="4452482"/>
                  </a:cubicBezTo>
                  <a:cubicBezTo>
                    <a:pt x="602815" y="4511953"/>
                    <a:pt x="641144" y="4570562"/>
                    <a:pt x="680677" y="4628484"/>
                  </a:cubicBezTo>
                  <a:cubicBezTo>
                    <a:pt x="760771" y="4743985"/>
                    <a:pt x="849802" y="4856048"/>
                    <a:pt x="941928" y="4968628"/>
                  </a:cubicBezTo>
                  <a:cubicBezTo>
                    <a:pt x="1034055" y="5081206"/>
                    <a:pt x="1130994" y="5193958"/>
                    <a:pt x="1224665" y="5311349"/>
                  </a:cubicBezTo>
                  <a:cubicBezTo>
                    <a:pt x="1271987" y="5369787"/>
                    <a:pt x="1318853" y="5429429"/>
                    <a:pt x="1365259" y="5490273"/>
                  </a:cubicBezTo>
                  <a:lnTo>
                    <a:pt x="1432808" y="5577931"/>
                  </a:lnTo>
                  <a:cubicBezTo>
                    <a:pt x="1454979" y="5605947"/>
                    <a:pt x="1476121" y="5634821"/>
                    <a:pt x="1498980" y="5662148"/>
                  </a:cubicBezTo>
                  <a:cubicBezTo>
                    <a:pt x="1676323" y="5880038"/>
                    <a:pt x="1866158" y="6087441"/>
                    <a:pt x="2067548" y="6283312"/>
                  </a:cubicBezTo>
                  <a:cubicBezTo>
                    <a:pt x="2166203" y="6379907"/>
                    <a:pt x="2266974" y="6473064"/>
                    <a:pt x="2369879" y="6562782"/>
                  </a:cubicBezTo>
                  <a:cubicBezTo>
                    <a:pt x="2473005" y="6652331"/>
                    <a:pt x="2577677" y="6738957"/>
                    <a:pt x="2686645" y="6820598"/>
                  </a:cubicBezTo>
                  <a:lnTo>
                    <a:pt x="2738907" y="6857999"/>
                  </a:lnTo>
                  <a:lnTo>
                    <a:pt x="1731787" y="6857999"/>
                  </a:lnTo>
                  <a:lnTo>
                    <a:pt x="1607949" y="6732770"/>
                  </a:lnTo>
                  <a:cubicBezTo>
                    <a:pt x="1501232" y="6617903"/>
                    <a:pt x="1401421" y="6496799"/>
                    <a:pt x="1309057" y="6370109"/>
                  </a:cubicBezTo>
                  <a:cubicBezTo>
                    <a:pt x="1217103" y="6244469"/>
                    <a:pt x="1129618" y="6116590"/>
                    <a:pt x="1048147" y="5986138"/>
                  </a:cubicBezTo>
                  <a:cubicBezTo>
                    <a:pt x="1027179" y="5953825"/>
                    <a:pt x="1007414" y="5920996"/>
                    <a:pt x="987131" y="5888512"/>
                  </a:cubicBezTo>
                  <a:lnTo>
                    <a:pt x="928866" y="5793463"/>
                  </a:lnTo>
                  <a:cubicBezTo>
                    <a:pt x="891568" y="5732276"/>
                    <a:pt x="852725" y="5671260"/>
                    <a:pt x="813708" y="5609556"/>
                  </a:cubicBezTo>
                  <a:lnTo>
                    <a:pt x="574972" y="5231598"/>
                  </a:lnTo>
                  <a:cubicBezTo>
                    <a:pt x="495221" y="5103551"/>
                    <a:pt x="416158" y="4971549"/>
                    <a:pt x="342424" y="4834048"/>
                  </a:cubicBezTo>
                  <a:cubicBezTo>
                    <a:pt x="305641" y="4765298"/>
                    <a:pt x="270236" y="4695343"/>
                    <a:pt x="237579" y="4623500"/>
                  </a:cubicBezTo>
                  <a:cubicBezTo>
                    <a:pt x="204922" y="4551655"/>
                    <a:pt x="175187" y="4478607"/>
                    <a:pt x="148373" y="4404356"/>
                  </a:cubicBezTo>
                  <a:cubicBezTo>
                    <a:pt x="121561" y="4330107"/>
                    <a:pt x="99046" y="4252934"/>
                    <a:pt x="79623" y="4175762"/>
                  </a:cubicBezTo>
                  <a:cubicBezTo>
                    <a:pt x="70514" y="4136916"/>
                    <a:pt x="61577" y="4098245"/>
                    <a:pt x="54185" y="4059229"/>
                  </a:cubicBezTo>
                  <a:lnTo>
                    <a:pt x="43013" y="4000790"/>
                  </a:lnTo>
                  <a:lnTo>
                    <a:pt x="33734" y="3942180"/>
                  </a:lnTo>
                  <a:cubicBezTo>
                    <a:pt x="10461" y="3786581"/>
                    <a:pt x="-801" y="3629416"/>
                    <a:pt x="45" y="3472097"/>
                  </a:cubicBezTo>
                  <a:cubicBezTo>
                    <a:pt x="863" y="3164748"/>
                    <a:pt x="32824" y="2858275"/>
                    <a:pt x="95436" y="2557372"/>
                  </a:cubicBezTo>
                  <a:cubicBezTo>
                    <a:pt x="157549" y="2255281"/>
                    <a:pt x="253728" y="1961216"/>
                    <a:pt x="382126" y="1680799"/>
                  </a:cubicBezTo>
                  <a:cubicBezTo>
                    <a:pt x="639940" y="1120482"/>
                    <a:pt x="1015492" y="619117"/>
                    <a:pt x="1457043" y="1921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77FC097-E4F2-4A45-82E8-3808FA553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00650" y="-5799"/>
              <a:ext cx="7291350" cy="6858000"/>
            </a:xfrm>
            <a:custGeom>
              <a:avLst/>
              <a:gdLst>
                <a:gd name="connsiteX0" fmla="*/ 7291350 w 7291350"/>
                <a:gd name="connsiteY0" fmla="*/ 5718699 h 6858000"/>
                <a:gd name="connsiteX1" fmla="*/ 7291350 w 7291350"/>
                <a:gd name="connsiteY1" fmla="*/ 6806115 h 6858000"/>
                <a:gd name="connsiteX2" fmla="*/ 7224124 w 7291350"/>
                <a:gd name="connsiteY2" fmla="*/ 6858000 h 6858000"/>
                <a:gd name="connsiteX3" fmla="*/ 5607142 w 7291350"/>
                <a:gd name="connsiteY3" fmla="*/ 6858000 h 6858000"/>
                <a:gd name="connsiteX4" fmla="*/ 5736072 w 7291350"/>
                <a:gd name="connsiteY4" fmla="*/ 6801170 h 6858000"/>
                <a:gd name="connsiteX5" fmla="*/ 6949826 w 7291350"/>
                <a:gd name="connsiteY5" fmla="*/ 5983707 h 6858000"/>
                <a:gd name="connsiteX6" fmla="*/ 7220703 w 7291350"/>
                <a:gd name="connsiteY6" fmla="*/ 5773675 h 6858000"/>
                <a:gd name="connsiteX7" fmla="*/ 7218419 w 7291350"/>
                <a:gd name="connsiteY7" fmla="*/ 0 h 6858000"/>
                <a:gd name="connsiteX8" fmla="*/ 7291350 w 7291350"/>
                <a:gd name="connsiteY8" fmla="*/ 0 h 6858000"/>
                <a:gd name="connsiteX9" fmla="*/ 7291350 w 7291350"/>
                <a:gd name="connsiteY9" fmla="*/ 50138 h 6858000"/>
                <a:gd name="connsiteX10" fmla="*/ 1797607 w 7291350"/>
                <a:gd name="connsiteY10" fmla="*/ 0 h 6858000"/>
                <a:gd name="connsiteX11" fmla="*/ 3385676 w 7291350"/>
                <a:gd name="connsiteY11" fmla="*/ 0 h 6858000"/>
                <a:gd name="connsiteX12" fmla="*/ 3360567 w 7291350"/>
                <a:gd name="connsiteY12" fmla="*/ 11552 h 6858000"/>
                <a:gd name="connsiteX13" fmla="*/ 2267395 w 7291350"/>
                <a:gd name="connsiteY13" fmla="*/ 725831 h 6858000"/>
                <a:gd name="connsiteX14" fmla="*/ 1234074 w 7291350"/>
                <a:gd name="connsiteY14" fmla="*/ 2007171 h 6858000"/>
                <a:gd name="connsiteX15" fmla="*/ 859383 w 7291350"/>
                <a:gd name="connsiteY15" fmla="*/ 3498372 h 6858000"/>
                <a:gd name="connsiteX16" fmla="*/ 1479513 w 7291350"/>
                <a:gd name="connsiteY16" fmla="*/ 4883182 h 6858000"/>
                <a:gd name="connsiteX17" fmla="*/ 1791985 w 7291350"/>
                <a:gd name="connsiteY17" fmla="*/ 5322671 h 6858000"/>
                <a:gd name="connsiteX18" fmla="*/ 3397295 w 7291350"/>
                <a:gd name="connsiteY18" fmla="*/ 6784567 h 6858000"/>
                <a:gd name="connsiteX19" fmla="*/ 3590446 w 7291350"/>
                <a:gd name="connsiteY19" fmla="*/ 6858000 h 6858000"/>
                <a:gd name="connsiteX20" fmla="*/ 1970757 w 7291350"/>
                <a:gd name="connsiteY20" fmla="*/ 6858000 h 6858000"/>
                <a:gd name="connsiteX21" fmla="*/ 1735872 w 7291350"/>
                <a:gd name="connsiteY21" fmla="*/ 6627685 h 6858000"/>
                <a:gd name="connsiteX22" fmla="*/ 1080932 w 7291350"/>
                <a:gd name="connsiteY22" fmla="*/ 5805127 h 6858000"/>
                <a:gd name="connsiteX23" fmla="*/ 0 w 7291350"/>
                <a:gd name="connsiteY23" fmla="*/ 3498372 h 6858000"/>
                <a:gd name="connsiteX24" fmla="*/ 1708174 w 7291350"/>
                <a:gd name="connsiteY24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91350" h="6858000">
                  <a:moveTo>
                    <a:pt x="7291350" y="5718699"/>
                  </a:moveTo>
                  <a:lnTo>
                    <a:pt x="7291350" y="6806115"/>
                  </a:lnTo>
                  <a:lnTo>
                    <a:pt x="7224124" y="6858000"/>
                  </a:lnTo>
                  <a:lnTo>
                    <a:pt x="5607142" y="6858000"/>
                  </a:lnTo>
                  <a:lnTo>
                    <a:pt x="5736072" y="6801170"/>
                  </a:lnTo>
                  <a:cubicBezTo>
                    <a:pt x="6122313" y="6616106"/>
                    <a:pt x="6503069" y="6332805"/>
                    <a:pt x="6949826" y="5983707"/>
                  </a:cubicBezTo>
                  <a:cubicBezTo>
                    <a:pt x="7041094" y="5912378"/>
                    <a:pt x="7132358" y="5842426"/>
                    <a:pt x="7220703" y="5773675"/>
                  </a:cubicBezTo>
                  <a:close/>
                  <a:moveTo>
                    <a:pt x="7218419" y="0"/>
                  </a:moveTo>
                  <a:lnTo>
                    <a:pt x="7291350" y="0"/>
                  </a:lnTo>
                  <a:lnTo>
                    <a:pt x="7291350" y="50138"/>
                  </a:lnTo>
                  <a:close/>
                  <a:moveTo>
                    <a:pt x="1797607" y="0"/>
                  </a:moveTo>
                  <a:lnTo>
                    <a:pt x="3385676" y="0"/>
                  </a:lnTo>
                  <a:lnTo>
                    <a:pt x="3360567" y="11552"/>
                  </a:lnTo>
                  <a:cubicBezTo>
                    <a:pt x="2968013" y="202286"/>
                    <a:pt x="2600620" y="442170"/>
                    <a:pt x="2267395" y="725831"/>
                  </a:cubicBezTo>
                  <a:cubicBezTo>
                    <a:pt x="1824986" y="1104820"/>
                    <a:pt x="1477279" y="1536057"/>
                    <a:pt x="1234074" y="2007171"/>
                  </a:cubicBezTo>
                  <a:cubicBezTo>
                    <a:pt x="985368" y="2488770"/>
                    <a:pt x="859383" y="2990476"/>
                    <a:pt x="859383" y="3498372"/>
                  </a:cubicBezTo>
                  <a:cubicBezTo>
                    <a:pt x="859383" y="4010222"/>
                    <a:pt x="1060651" y="4308942"/>
                    <a:pt x="1479513" y="4883182"/>
                  </a:cubicBezTo>
                  <a:cubicBezTo>
                    <a:pt x="1580577" y="5021714"/>
                    <a:pt x="1685078" y="5164888"/>
                    <a:pt x="1791985" y="5322671"/>
                  </a:cubicBezTo>
                  <a:cubicBezTo>
                    <a:pt x="2283419" y="6046950"/>
                    <a:pt x="2796809" y="6521439"/>
                    <a:pt x="3397295" y="6784567"/>
                  </a:cubicBezTo>
                  <a:lnTo>
                    <a:pt x="3590446" y="6858000"/>
                  </a:lnTo>
                  <a:lnTo>
                    <a:pt x="1970757" y="6858000"/>
                  </a:lnTo>
                  <a:lnTo>
                    <a:pt x="1735872" y="6627685"/>
                  </a:lnTo>
                  <a:cubicBezTo>
                    <a:pt x="1502484" y="6382823"/>
                    <a:pt x="1285774" y="6107254"/>
                    <a:pt x="1080932" y="5805127"/>
                  </a:cubicBezTo>
                  <a:cubicBezTo>
                    <a:pt x="556365" y="5032027"/>
                    <a:pt x="0" y="4501616"/>
                    <a:pt x="0" y="3498372"/>
                  </a:cubicBezTo>
                  <a:cubicBezTo>
                    <a:pt x="0" y="2160829"/>
                    <a:pt x="685186" y="949872"/>
                    <a:pt x="1708174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DF88B0-FA8A-47F5-8EAC-1880B1A51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2894" y="-5799"/>
              <a:ext cx="7269107" cy="6858000"/>
            </a:xfrm>
            <a:custGeom>
              <a:avLst/>
              <a:gdLst>
                <a:gd name="connsiteX0" fmla="*/ 7269107 w 7269107"/>
                <a:gd name="connsiteY0" fmla="*/ 5518449 h 6858000"/>
                <a:gd name="connsiteX1" fmla="*/ 7269107 w 7269107"/>
                <a:gd name="connsiteY1" fmla="*/ 6823281 h 6858000"/>
                <a:gd name="connsiteX2" fmla="*/ 7224122 w 7269107"/>
                <a:gd name="connsiteY2" fmla="*/ 6858000 h 6858000"/>
                <a:gd name="connsiteX3" fmla="*/ 4927054 w 7269107"/>
                <a:gd name="connsiteY3" fmla="*/ 6858000 h 6858000"/>
                <a:gd name="connsiteX4" fmla="*/ 4982167 w 7269107"/>
                <a:gd name="connsiteY4" fmla="*/ 6852876 h 6858000"/>
                <a:gd name="connsiteX5" fmla="*/ 5743768 w 7269107"/>
                <a:gd name="connsiteY5" fmla="*/ 6606245 h 6858000"/>
                <a:gd name="connsiteX6" fmla="*/ 6843778 w 7269107"/>
                <a:gd name="connsiteY6" fmla="*/ 5848440 h 6858000"/>
                <a:gd name="connsiteX7" fmla="*/ 7115515 w 7269107"/>
                <a:gd name="connsiteY7" fmla="*/ 5637891 h 6858000"/>
                <a:gd name="connsiteX8" fmla="*/ 6870111 w 7269107"/>
                <a:gd name="connsiteY8" fmla="*/ 0 h 6858000"/>
                <a:gd name="connsiteX9" fmla="*/ 7269107 w 7269107"/>
                <a:gd name="connsiteY9" fmla="*/ 0 h 6858000"/>
                <a:gd name="connsiteX10" fmla="*/ 7269107 w 7269107"/>
                <a:gd name="connsiteY10" fmla="*/ 243137 h 6858000"/>
                <a:gd name="connsiteX11" fmla="*/ 7089989 w 7269107"/>
                <a:gd name="connsiteY11" fmla="*/ 119955 h 6858000"/>
                <a:gd name="connsiteX12" fmla="*/ 6952948 w 7269107"/>
                <a:gd name="connsiteY12" fmla="*/ 41521 h 6858000"/>
                <a:gd name="connsiteX13" fmla="*/ 1797606 w 7269107"/>
                <a:gd name="connsiteY13" fmla="*/ 0 h 6858000"/>
                <a:gd name="connsiteX14" fmla="*/ 3815328 w 7269107"/>
                <a:gd name="connsiteY14" fmla="*/ 0 h 6858000"/>
                <a:gd name="connsiteX15" fmla="*/ 3627371 w 7269107"/>
                <a:gd name="connsiteY15" fmla="*/ 77142 h 6858000"/>
                <a:gd name="connsiteX16" fmla="*/ 2379115 w 7269107"/>
                <a:gd name="connsiteY16" fmla="*/ 856285 h 6858000"/>
                <a:gd name="connsiteX17" fmla="*/ 1386699 w 7269107"/>
                <a:gd name="connsiteY17" fmla="*/ 2086062 h 6858000"/>
                <a:gd name="connsiteX18" fmla="*/ 1031258 w 7269107"/>
                <a:gd name="connsiteY18" fmla="*/ 3498372 h 6858000"/>
                <a:gd name="connsiteX19" fmla="*/ 1618904 w 7269107"/>
                <a:gd name="connsiteY19" fmla="*/ 4781604 h 6858000"/>
                <a:gd name="connsiteX20" fmla="*/ 1934812 w 7269107"/>
                <a:gd name="connsiteY20" fmla="*/ 5225904 h 6858000"/>
                <a:gd name="connsiteX21" fmla="*/ 3140010 w 7269107"/>
                <a:gd name="connsiteY21" fmla="*/ 6456196 h 6858000"/>
                <a:gd name="connsiteX22" fmla="*/ 4281662 w 7269107"/>
                <a:gd name="connsiteY22" fmla="*/ 6843305 h 6858000"/>
                <a:gd name="connsiteX23" fmla="*/ 4449058 w 7269107"/>
                <a:gd name="connsiteY23" fmla="*/ 6858000 h 6858000"/>
                <a:gd name="connsiteX24" fmla="*/ 1970756 w 7269107"/>
                <a:gd name="connsiteY24" fmla="*/ 6858000 h 6858000"/>
                <a:gd name="connsiteX25" fmla="*/ 1735871 w 7269107"/>
                <a:gd name="connsiteY25" fmla="*/ 6627685 h 6858000"/>
                <a:gd name="connsiteX26" fmla="*/ 1080930 w 7269107"/>
                <a:gd name="connsiteY26" fmla="*/ 5805127 h 6858000"/>
                <a:gd name="connsiteX27" fmla="*/ 0 w 7269107"/>
                <a:gd name="connsiteY27" fmla="*/ 3498372 h 6858000"/>
                <a:gd name="connsiteX28" fmla="*/ 1708172 w 7269107"/>
                <a:gd name="connsiteY28" fmla="*/ 7330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269107" h="6858000">
                  <a:moveTo>
                    <a:pt x="7269107" y="5518449"/>
                  </a:moveTo>
                  <a:lnTo>
                    <a:pt x="7269107" y="6823281"/>
                  </a:lnTo>
                  <a:lnTo>
                    <a:pt x="7224122" y="6858000"/>
                  </a:lnTo>
                  <a:lnTo>
                    <a:pt x="4927054" y="6858000"/>
                  </a:lnTo>
                  <a:lnTo>
                    <a:pt x="4982167" y="6852876"/>
                  </a:lnTo>
                  <a:cubicBezTo>
                    <a:pt x="5236517" y="6821036"/>
                    <a:pt x="5483373" y="6740566"/>
                    <a:pt x="5743768" y="6606245"/>
                  </a:cubicBezTo>
                  <a:cubicBezTo>
                    <a:pt x="6099551" y="6422337"/>
                    <a:pt x="6452586" y="6154209"/>
                    <a:pt x="6843778" y="5848440"/>
                  </a:cubicBezTo>
                  <a:cubicBezTo>
                    <a:pt x="6935559" y="5776768"/>
                    <a:pt x="7026997" y="5706642"/>
                    <a:pt x="7115515" y="5637891"/>
                  </a:cubicBezTo>
                  <a:close/>
                  <a:moveTo>
                    <a:pt x="6870111" y="0"/>
                  </a:moveTo>
                  <a:lnTo>
                    <a:pt x="7269107" y="0"/>
                  </a:lnTo>
                  <a:lnTo>
                    <a:pt x="7269107" y="243137"/>
                  </a:lnTo>
                  <a:lnTo>
                    <a:pt x="7089989" y="119955"/>
                  </a:lnTo>
                  <a:cubicBezTo>
                    <a:pt x="7045081" y="92581"/>
                    <a:pt x="6999384" y="66425"/>
                    <a:pt x="6952948" y="41521"/>
                  </a:cubicBezTo>
                  <a:close/>
                  <a:moveTo>
                    <a:pt x="1797606" y="0"/>
                  </a:moveTo>
                  <a:lnTo>
                    <a:pt x="3815328" y="0"/>
                  </a:lnTo>
                  <a:lnTo>
                    <a:pt x="3627371" y="77142"/>
                  </a:lnTo>
                  <a:cubicBezTo>
                    <a:pt x="3175548" y="273822"/>
                    <a:pt x="2754868" y="536281"/>
                    <a:pt x="2379115" y="856285"/>
                  </a:cubicBezTo>
                  <a:cubicBezTo>
                    <a:pt x="1959736" y="1215679"/>
                    <a:pt x="1616497" y="1640901"/>
                    <a:pt x="1386699" y="2086062"/>
                  </a:cubicBezTo>
                  <a:cubicBezTo>
                    <a:pt x="1151572" y="2543083"/>
                    <a:pt x="1031258" y="3018150"/>
                    <a:pt x="1031258" y="3498372"/>
                  </a:cubicBezTo>
                  <a:cubicBezTo>
                    <a:pt x="1031258" y="3957455"/>
                    <a:pt x="1211213" y="4223692"/>
                    <a:pt x="1618904" y="4781604"/>
                  </a:cubicBezTo>
                  <a:cubicBezTo>
                    <a:pt x="1720826" y="4921339"/>
                    <a:pt x="1826186" y="5065887"/>
                    <a:pt x="1934812" y="5225904"/>
                  </a:cubicBezTo>
                  <a:cubicBezTo>
                    <a:pt x="2318957" y="5792064"/>
                    <a:pt x="2713069" y="6194600"/>
                    <a:pt x="3140010" y="6456196"/>
                  </a:cubicBezTo>
                  <a:cubicBezTo>
                    <a:pt x="3479423" y="6664512"/>
                    <a:pt x="3855769" y="6792387"/>
                    <a:pt x="4281662" y="6843305"/>
                  </a:cubicBezTo>
                  <a:lnTo>
                    <a:pt x="4449058" y="6858000"/>
                  </a:lnTo>
                  <a:lnTo>
                    <a:pt x="1970756" y="6858000"/>
                  </a:lnTo>
                  <a:lnTo>
                    <a:pt x="1735871" y="6627685"/>
                  </a:lnTo>
                  <a:cubicBezTo>
                    <a:pt x="1502482" y="6382823"/>
                    <a:pt x="1285773" y="6107254"/>
                    <a:pt x="1080930" y="5805127"/>
                  </a:cubicBezTo>
                  <a:cubicBezTo>
                    <a:pt x="556364" y="5032027"/>
                    <a:pt x="0" y="4501616"/>
                    <a:pt x="0" y="3498372"/>
                  </a:cubicBezTo>
                  <a:cubicBezTo>
                    <a:pt x="0" y="2160829"/>
                    <a:pt x="685185" y="949872"/>
                    <a:pt x="1708172" y="7330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3B0D-DFF9-C385-1AD8-52E0292E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2812" y="1032987"/>
            <a:ext cx="4919108" cy="47920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Frontend:</a:t>
            </a:r>
            <a:r>
              <a:rPr lang="en-US" sz="2000" dirty="0">
                <a:solidFill>
                  <a:schemeClr val="tx2"/>
                </a:solidFill>
              </a:rPr>
              <a:t> React </a:t>
            </a:r>
            <a:r>
              <a:rPr lang="en-US" sz="2000" dirty="0" err="1">
                <a:solidFill>
                  <a:schemeClr val="tx2"/>
                </a:solidFill>
              </a:rPr>
              <a:t>js</a:t>
            </a:r>
            <a:r>
              <a:rPr lang="en-US" sz="2000" dirty="0">
                <a:solidFill>
                  <a:schemeClr val="tx2"/>
                </a:solidFill>
              </a:rPr>
              <a:t> , Tailwind CSS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Backend:  </a:t>
            </a:r>
            <a:r>
              <a:rPr lang="en-US" sz="2000" dirty="0">
                <a:solidFill>
                  <a:schemeClr val="tx2"/>
                </a:solidFill>
              </a:rPr>
              <a:t>Node.js , Express</a:t>
            </a:r>
            <a:br>
              <a:rPr lang="en-US" sz="2000" dirty="0">
                <a:solidFill>
                  <a:schemeClr val="tx2"/>
                </a:solidFill>
              </a:rPr>
            </a:b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Database:  </a:t>
            </a:r>
            <a:r>
              <a:rPr lang="en-US" sz="2000" dirty="0">
                <a:solidFill>
                  <a:schemeClr val="tx2"/>
                </a:solidFill>
              </a:rPr>
              <a:t>MongoDB</a:t>
            </a:r>
          </a:p>
          <a:p>
            <a:pPr marL="0" indent="0">
              <a:buNone/>
            </a:pPr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Deploy: </a:t>
            </a:r>
            <a:r>
              <a:rPr lang="en-US" sz="2000" dirty="0" err="1">
                <a:solidFill>
                  <a:schemeClr val="tx2"/>
                </a:solidFill>
              </a:rPr>
              <a:t>Vercel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75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05D3FA-4457-4676-D803-1114A095A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1" y="1331503"/>
            <a:ext cx="447761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Summary - Why Movie Wallet?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C6DD0F-59B8-556F-9C64-A293D7737A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72200" y="804672"/>
            <a:ext cx="5221224" cy="52303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Centralized place for movies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Customizable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wishlist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Easy to share with friends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 Digital, organized, and efficient </a:t>
            </a:r>
          </a:p>
        </p:txBody>
      </p:sp>
    </p:spTree>
    <p:extLst>
      <p:ext uri="{BB962C8B-B14F-4D97-AF65-F5344CB8AC3E}">
        <p14:creationId xmlns:p14="http://schemas.microsoft.com/office/powerpoint/2010/main" val="1616235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A1DF-9138-66C2-5303-CA2D1379A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5206384" cy="206037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000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F7C776B9-77C0-4FBF-F528-B811015B8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6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274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Outfit Bold</vt:lpstr>
      <vt:lpstr>Office Theme</vt:lpstr>
      <vt:lpstr>🎬 My Movies Collection – MMC </vt:lpstr>
      <vt:lpstr>What is MMC?</vt:lpstr>
      <vt:lpstr>Problem Statement</vt:lpstr>
      <vt:lpstr> Where we get the data</vt:lpstr>
      <vt:lpstr>Features &amp; Pages</vt:lpstr>
      <vt:lpstr>Tech Stacks</vt:lpstr>
      <vt:lpstr>Summary - Why Movie Wallet?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devaprabhu p</dc:creator>
  <cp:lastModifiedBy>dhina karan</cp:lastModifiedBy>
  <cp:revision>4</cp:revision>
  <dcterms:created xsi:type="dcterms:W3CDTF">2026-03-20T12:33:00Z</dcterms:created>
  <dcterms:modified xsi:type="dcterms:W3CDTF">2026-03-23T10:11:55Z</dcterms:modified>
</cp:coreProperties>
</file>